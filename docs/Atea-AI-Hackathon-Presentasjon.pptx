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Hva Atea vil lære 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DFF"/>
                </a:solidFill>
                <a:latin typeface="Calibri"/>
              </a:defRPr>
            </a:pPr>
            <a:r>
              <a:t>Pedagogisk analyse — AI Agent Hackathon</a:t>
            </a:r>
            <a:br/>
            <a:r>
              <a:t>12. mars 2026  |  Team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Overordnet mål — hva handler hackathonen om?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Teknologiene — MCP, A2A, Foundry, Aspire, Foundry IQ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Læringsreisen — Challenge 0 til 4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Den røde tråden — progresjon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6 takeaways — det Atea vil at du tar med hjem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Overordnet mål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Calibri"/>
              </a:defRPr>
            </a:pPr>
            <a:r>
              <a:t>Fra null til fungerende multi-agent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33333"/>
                </a:solidFill>
                <a:latin typeface="Calibri"/>
              </a:defRPr>
            </a:pPr>
            <a:r>
              <a:t>5 AI-agenter som samarbeider for prediktiv vedlikehold i en dekkfabrikk:</a:t>
            </a:r>
            <a:br/>
            <a:r>
              <a:t>Oppdage feil → Diagnostisere årsak → Planlegge reparasjon → Planlegge vedlikehold → Bestille deler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572000"/>
            <a:ext cx="8229600" cy="109728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47091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77D"/>
                </a:solidFill>
                <a:latin typeface="Calibri"/>
              </a:defRPr>
            </a:pPr>
            <a:r>
              <a:t>«Agenter er en del av applikasjonen, ikke hele applikasjonen.»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 Context Protocol (MCP)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Calibri"/>
              </a:defRPr>
            </a:pPr>
            <a:r>
              <a:t>«USB-C for AI» — åpen standard fra Anthropic / Linux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Standardiserer hvordan AI-modeller kobler seg til verktøy, datakilder og systemer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Støttet av OpenAI, Google, Microsoft, Amazon — alle store leverandører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Donert til Linux Foundation (Agentic AI Foundation) desember 2025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97 millioner SDK-nedlastinger per måned (Python + TypeScript)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 hackathonen: Cosmos DB-APIer og kunnskapsbaser eksponert som MCP-servere via APIM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Agent-to-Agent (A2A)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Calibri"/>
              </a:defRPr>
            </a:pPr>
            <a:r>
              <a:t>Åpen standard fra Google / Linux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Agenter fra ulike leverandører kommuniserer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«Agent Cards» for oppdagelse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Oppgave-livssyklus mellom agenter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50+ partnere (Atlassian, SAP, Salesforce...)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926080"/>
            <a:ext cx="5029200" cy="22860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31089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77D"/>
                </a:solidFill>
                <a:latin typeface="Calibri"/>
              </a:defRPr>
            </a:pPr>
            <a:r>
              <a:t>MCP = agent → verktøy</a:t>
            </a:r>
            <a:br/>
            <a:r>
              <a:t>(hvordan en agent bruker en database)</a:t>
            </a:r>
            <a:br/>
            <a:br/>
            <a:r>
              <a:t>A2A = agent → agent</a:t>
            </a:r>
            <a:br/>
            <a:r>
              <a:t>(hvordan agenter samarbeider)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Plattform og verktøy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331720" cy="32004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77D"/>
                </a:solidFill>
                <a:latin typeface="Calibri"/>
              </a:defRPr>
            </a:pPr>
            <a:r>
              <a:t>Microsoft Foundry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Microsofts samlede plattform for AI-agenter.</a:t>
            </a:r>
            <a:br/>
            <a:br/>
            <a:r>
              <a:t>Hosting, modeller (GPT-4.1), tracing, multi-agent orkestrering, visuell bygging.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926080"/>
            <a:ext cx="2331720" cy="32004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1089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77D"/>
                </a:solidFill>
                <a:latin typeface="Calibri"/>
              </a:defRPr>
            </a:pPr>
            <a:r>
              <a:t>.NET Aspire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657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Polyglott orkestreringsverktøy.</a:t>
            </a:r>
            <a:br/>
            <a:br/>
            <a:r>
              <a:t>Python + .NET + React som én app. Dashboard med logger, helse og traces.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926080"/>
            <a:ext cx="2331720" cy="32004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77D"/>
                </a:solidFill>
                <a:latin typeface="Calibri"/>
              </a:defRPr>
            </a:pPr>
            <a:r>
              <a:t>Agent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657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Open-source SDK for agenter.</a:t>
            </a:r>
            <a:br/>
            <a:br/>
            <a:r>
              <a:t>Sammenslåing av Semantic Kernel + AutoGen. Python og .NET. RC februar 2026.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2926080"/>
            <a:ext cx="2331720" cy="32004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1089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77D"/>
                </a:solidFill>
                <a:latin typeface="Calibri"/>
              </a:defRPr>
            </a:pPr>
            <a:r>
              <a:t>Foundry 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657600"/>
            <a:ext cx="1965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Administrert kunnskapslag (RAG).</a:t>
            </a:r>
            <a:br/>
            <a:br/>
            <a:r>
              <a:t>Automatisk indeksering og vektorisering. MCP-grensesnitt for agenter.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 0: Grunnmuren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Calibri"/>
              </a:defRPr>
            </a:pPr>
            <a:r>
              <a:t>Azure-infrastruktur for AI-agenter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77D"/>
                </a:solidFill>
                <a:latin typeface="Calibri"/>
              </a:defRPr>
            </a:pPr>
            <a:r>
              <a:t>Hva ble satt opp: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Cosmos DB — 9 containere med fabrikkdata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API Management — gateway for MCP-servere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AI Search + Blob Storage — kunnskapsbase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Application Insights — tracing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AI Foundry — prosjekt og modeller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926080"/>
            <a:ext cx="5029200" cy="18288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089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77D"/>
                </a:solidFill>
                <a:latin typeface="Calibri"/>
              </a:defRPr>
            </a:pPr>
            <a:r>
              <a:t>Atea sitt poeng:</a:t>
            </a:r>
            <a:br/>
            <a:br/>
            <a:r>
              <a:t>AI er bare så god som dataen den har tilgang til. Infrastruktur først, AI etterpå.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 1: Agenter og verktøy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3169920" cy="32004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80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77D"/>
                </a:solidFill>
                <a:latin typeface="Calibri"/>
              </a:defRPr>
            </a:pPr>
            <a:r>
              <a:t>Task 1: Direkte Cosmos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80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Python-funksjoner kaller Cosmos DB.</a:t>
            </a:r>
            <a:br/>
            <a:br/>
            <a:r>
              <a:t>Enklest mulig — men agenten er bundet til lokal maskin.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200" y="2926080"/>
            <a:ext cx="3169920" cy="32004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3108960"/>
            <a:ext cx="280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77D"/>
                </a:solidFill>
                <a:latin typeface="Calibri"/>
              </a:defRPr>
            </a:pPr>
            <a:r>
              <a:t>Task 2: MCP via APIM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3657600"/>
            <a:ext cx="280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APIM eksponerer API som MCP-server.</a:t>
            </a:r>
            <a:br/>
            <a:br/>
            <a:r>
              <a:t>Agenten blir portabel — kjører lokalt, i skyen, eller i Foundry Portal.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2880" y="2926080"/>
            <a:ext cx="3169920" cy="32004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5760" y="3108960"/>
            <a:ext cx="280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77D"/>
                </a:solidFill>
                <a:latin typeface="Calibri"/>
              </a:defRPr>
            </a:pPr>
            <a:r>
              <a:t>Task 3: Foundry IQ (RAG)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760" y="3657600"/>
            <a:ext cx="280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Kunnskapsbase via MCP.</a:t>
            </a:r>
            <a:br/>
            <a:br/>
            <a:r>
              <a:t>Agenten svarer basert på bedriftens dokumentasjon — ikke LLM-hallusinering.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 2: Polyglot + AI-assistert utvikling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Calibri"/>
              </a:defRPr>
            </a:pPr>
            <a:r>
              <a:t>.NET RepairPlanner med 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Skifter fra Python til .NET — språkvalg er en arkitekturbeslutning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RepairPlannerAgent oppretter faktiske arbeidsordrer i Cosmos DB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Tildeler tekniker basert på kompetanse, henter reservedeler fra lager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GitHub Copilot @agentplanning — en spesialtrent agent for å bygge agenter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Atea sitt poeng: Med Copilot kan én utvikler gjøre arbeidet som før krevde et helt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 3: Hukommelse og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Calibri"/>
              </a:defRPr>
            </a:pPr>
            <a:r>
              <a:t>Fra demo til produksjon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Persistent memory — agenten husker tidligere vedlikehold per maskin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Risk scoring basert på MTBF, historikk og feiltype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Application Insights tracing — full tidslinje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Batch-kjøring: 10/10 vellykket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926080"/>
            <a:ext cx="5029200" cy="18288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31089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77D"/>
                </a:solidFill>
                <a:latin typeface="Calibri"/>
              </a:defRPr>
            </a:pPr>
            <a:r>
              <a:t>Atea sitt poeng:</a:t>
            </a:r>
            <a:br/>
            <a:br/>
            <a:r>
              <a:t>Hukommelse og observability er forskjellen mellom en demo og et produksjonssystem.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 4: Orkestrering — alt sammen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Calibri"/>
              </a:defRPr>
            </a:pPr>
            <a:r>
              <a:t>Aspire + A2A + React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Alle 5 agenter i én samlet pipeline orkestrert av .NET Aspire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A2A-protokollen: .NET kaller Python som kaller Foundry — uten tight coupling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React-frontend: bruker trigger og visualiserer hele workflowen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Aspire Dashboard: logger, helse og traces fra alle tjenester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Hybrid hosting: 2 agenter i Azure sky + 3 agenter lokalt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Den røde tråden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Calibri"/>
              </a:defRPr>
            </a:pPr>
            <a:r>
              <a:t>Progresjon gjennom hackathonen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920240" cy="22860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477D"/>
                </a:solidFill>
                <a:latin typeface="Calibri"/>
              </a:defRPr>
            </a:pPr>
            <a:r>
              <a:t>Ch.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477D"/>
                </a:solidFill>
                <a:latin typeface="Calibri"/>
              </a:defRPr>
            </a:pPr>
            <a:r>
              <a:t>Grunnmuren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 + infra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931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3200400"/>
            <a:ext cx="1920240" cy="22860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477D"/>
                </a:solidFill>
                <a:latin typeface="Calibri"/>
              </a:defRPr>
            </a:pPr>
            <a:r>
              <a:t>Ch.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840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477D"/>
                </a:solidFill>
                <a:latin typeface="Calibri"/>
              </a:defRPr>
            </a:pPr>
            <a:r>
              <a:t>Forstår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480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MCP +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931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200400"/>
            <a:ext cx="1920240" cy="22860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477D"/>
                </a:solidFill>
                <a:latin typeface="Calibri"/>
              </a:defRPr>
            </a:pPr>
            <a:r>
              <a:t>Ch.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840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477D"/>
                </a:solidFill>
                <a:latin typeface="Calibri"/>
              </a:defRPr>
            </a:pPr>
            <a:r>
              <a:t>Handler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480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Polyglot + AI dev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931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200400"/>
            <a:ext cx="1920240" cy="22860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477D"/>
                </a:solidFill>
                <a:latin typeface="Calibri"/>
              </a:defRPr>
            </a:pPr>
            <a:r>
              <a:t>Ch.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840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477D"/>
                </a:solidFill>
                <a:latin typeface="Calibri"/>
              </a:defRPr>
            </a:pPr>
            <a:r>
              <a:t>Husker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480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Memory + traces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931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3200400"/>
            <a:ext cx="1920240" cy="2286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477D"/>
                </a:solidFill>
                <a:latin typeface="Calibri"/>
              </a:defRPr>
            </a:pPr>
            <a:r>
              <a:t>Ch.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8404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Samarbeider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480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E2E orkestrering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 ting Atea vil at du tar med hjem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474720" cy="18288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77D"/>
                </a:solidFill>
                <a:latin typeface="Calibri"/>
              </a:defRPr>
            </a:pPr>
            <a:r>
              <a:t>1. AI-agenter er klare</a:t>
            </a:r>
            <a:br/>
            <a:r>
              <a:t>   for produksjon — nå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Ikke om fem år. En utvikler med riktige verktøy kan bygge et komplett multi-agent system på timer.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743200"/>
            <a:ext cx="3474720" cy="18288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19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77D"/>
                </a:solidFill>
                <a:latin typeface="Calibri"/>
              </a:defRPr>
            </a:pPr>
            <a:r>
              <a:t>2. MCP er den nye</a:t>
            </a:r>
            <a:br/>
            <a:r>
              <a:t>   universelle standarden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19" y="3520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For AI-verktøy det HTTP ble for web. Alle store leverandører støtter det.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8" y="2743200"/>
            <a:ext cx="3474720" cy="18288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8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77D"/>
                </a:solidFill>
                <a:latin typeface="Calibri"/>
              </a:defRPr>
            </a:pPr>
            <a:r>
              <a:t>3. Polyglot er en styrke,</a:t>
            </a:r>
            <a:br/>
            <a:r>
              <a:t>   ikke et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8" y="3520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Python + .NET + React. A2A lar dem samarbeide uten tight coupling.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54880"/>
            <a:ext cx="34747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77D"/>
                </a:solidFill>
                <a:latin typeface="Calibri"/>
              </a:defRPr>
            </a:pPr>
            <a:r>
              <a:t>4. Observability er</a:t>
            </a:r>
            <a:br/>
            <a:r>
              <a:t>   ikke valgfritt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Uten traces er multi-agent-systemer en svart boks. App Insights + Aspire Dashboard gir full innsikt.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4754880"/>
            <a:ext cx="34747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19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77D"/>
                </a:solidFill>
                <a:latin typeface="Calibri"/>
              </a:defRPr>
            </a:pPr>
            <a:r>
              <a:t>5. Agenter forsterker</a:t>
            </a:r>
            <a:br/>
            <a:r>
              <a:t>   apper — erstatter ikke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5532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Du bygger fortsatt tjenester og UI. Agentene gir evnen til å resonnere og ta beslutninger.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8" y="4754880"/>
            <a:ext cx="34747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8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477D"/>
                </a:solidFill>
                <a:latin typeface="Calibri"/>
              </a:defRPr>
            </a:pPr>
            <a:r>
              <a:t>6. Fremtiden er agentisk</a:t>
            </a:r>
            <a:br/>
            <a:r>
              <a:t>   — og den er 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8" y="55321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Innen 2028: mennesker 40% av IT-arbeid. Innen 2027: nesten ingen koder 100% manuelt.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MCP + A2A = komplett arkitektur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Calibri"/>
              </a:defRPr>
            </a:pPr>
            <a:r>
              <a:t>To standarder som utfyller hverandre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74320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788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Sluttbruker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788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React/Vite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520440"/>
            <a:ext cx="822960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5661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77D"/>
                </a:solidFill>
                <a:latin typeface="Calibri"/>
              </a:defRPr>
            </a:pPr>
            <a:r>
              <a:t>Orkestrering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5661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77D"/>
                </a:solidFill>
                <a:latin typeface="Calibri"/>
              </a:defRPr>
            </a:pPr>
            <a:r>
              <a:t>.NET Aspire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297680"/>
            <a:ext cx="8229600" cy="685800"/>
          </a:xfrm>
          <a:prstGeom prst="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43434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77D"/>
                </a:solidFill>
                <a:latin typeface="Calibri"/>
              </a:defRPr>
            </a:pPr>
            <a:r>
              <a:t>Agent-samarbeid (A2A)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3434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477D"/>
                </a:solidFill>
                <a:latin typeface="Calibri"/>
              </a:defRPr>
            </a:pPr>
            <a:r>
              <a:t>Agent 1 → Agent 2 → Agent 3 → Agent 4 → Agent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074920"/>
            <a:ext cx="8229600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51206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Verktøytilgang (MCP)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1206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MCP-servere: APIM + Foundry IQ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852160"/>
            <a:ext cx="8229600" cy="6858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5897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8978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Cosmos DB  |  AI Search  |  Blob Storage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Takk!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DFF"/>
                </a:solidFill>
                <a:latin typeface="Calibri"/>
              </a:defRPr>
            </a:pPr>
            <a:r>
              <a:t>Atea AI Agent Hackathon — 12. mars 2026</a:t>
            </a:r>
            <a:br/>
            <a:r>
              <a:t>Team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